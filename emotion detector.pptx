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5" r:id="rId3"/>
    <p:sldId id="266" r:id="rId4"/>
    <p:sldId id="259" r:id="rId5"/>
    <p:sldId id="260" r:id="rId6"/>
    <p:sldId id="261" r:id="rId7"/>
    <p:sldId id="257" r:id="rId8"/>
    <p:sldId id="258" r:id="rId9"/>
    <p:sldId id="263" r:id="rId10"/>
    <p:sldId id="264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63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114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39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802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41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17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86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91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04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75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232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469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2913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00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313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426BA-7ABD-492A-AC5A-A19BE056EFB7}" type="datetimeFigureOut">
              <a:rPr lang="ru-RU" smtClean="0"/>
              <a:t>22.03.2026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39CE0D8-B5E3-4980-A60F-CD5B23EF16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347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Emotion detector project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Мухаметшин Дамир, БЦМТ242 </a:t>
            </a:r>
            <a:r>
              <a:rPr lang="ru-RU" dirty="0" err="1" smtClean="0"/>
              <a:t>Матфак</a:t>
            </a:r>
            <a:r>
              <a:rPr lang="ru-RU" dirty="0" smtClean="0"/>
              <a:t> ВШЭ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572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продукта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Критерии:</a:t>
            </a:r>
          </a:p>
          <a:p>
            <a:pPr marL="0" indent="0">
              <a:buNone/>
            </a:pPr>
            <a:r>
              <a:rPr lang="ru-RU" dirty="0" smtClean="0"/>
              <a:t>Программа запускает окно с изображением с камеры устройства</a:t>
            </a:r>
          </a:p>
          <a:p>
            <a:pPr marL="0" indent="0">
              <a:buNone/>
            </a:pPr>
            <a:r>
              <a:rPr lang="ru-RU" dirty="0" smtClean="0"/>
              <a:t>Программа распознает лица с камеры</a:t>
            </a:r>
          </a:p>
          <a:p>
            <a:pPr marL="0" indent="0">
              <a:buNone/>
            </a:pPr>
            <a:r>
              <a:rPr lang="ru-RU" dirty="0" smtClean="0"/>
              <a:t>Для каждого лица должна быть распознана и подписана наиболее вероятная эмоция</a:t>
            </a:r>
          </a:p>
          <a:p>
            <a:pPr marL="0" indent="0">
              <a:buNone/>
            </a:pPr>
            <a:r>
              <a:rPr lang="ru-RU" dirty="0" smtClean="0"/>
              <a:t>Обновление распознаваний происходит в реальном времени</a:t>
            </a:r>
          </a:p>
          <a:p>
            <a:pPr marL="0" indent="0">
              <a:buNone/>
            </a:pPr>
            <a:r>
              <a:rPr lang="ru-RU" dirty="0" smtClean="0"/>
              <a:t>Выход по вводу </a:t>
            </a:r>
            <a:r>
              <a:rPr lang="en-US" dirty="0" smtClean="0"/>
              <a:t>“q”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974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Цель, задачи, методы…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Цель: написать программу, </a:t>
            </a:r>
            <a:r>
              <a:rPr lang="ru-RU" dirty="0"/>
              <a:t>которая использует веб-камеру для захвата </a:t>
            </a:r>
            <a:r>
              <a:rPr lang="ru-RU" dirty="0" smtClean="0"/>
              <a:t>видеопотока, обнаруживает лица, распознает эмоции на них и подписывает эмоции рядом с лицами</a:t>
            </a:r>
          </a:p>
          <a:p>
            <a:r>
              <a:rPr lang="ru-RU" dirty="0" smtClean="0"/>
              <a:t>Задачи: 1. Изучить нужные библиотеки. 2. Написать обнаружение лиц. 3. Написать распознавание эмоций. 4. Написать визуализацию результатов для пользователя. 5. Написать завершение программы. 6. </a:t>
            </a:r>
            <a:r>
              <a:rPr lang="ru-RU" dirty="0" err="1" smtClean="0"/>
              <a:t>Дебаг</a:t>
            </a:r>
            <a:r>
              <a:rPr lang="ru-RU" dirty="0" smtClean="0"/>
              <a:t>. 7. Загрузка на </a:t>
            </a:r>
            <a:r>
              <a:rPr lang="ru-RU" dirty="0" err="1" smtClean="0"/>
              <a:t>гитхаб</a:t>
            </a:r>
            <a:r>
              <a:rPr lang="ru-RU" dirty="0" smtClean="0"/>
              <a:t> и создание презентации</a:t>
            </a:r>
          </a:p>
          <a:p>
            <a:endParaRPr lang="ru-RU" dirty="0"/>
          </a:p>
          <a:p>
            <a:r>
              <a:rPr lang="ru-RU" dirty="0" smtClean="0"/>
              <a:t>Были использованы библиотеки </a:t>
            </a:r>
            <a:r>
              <a:rPr lang="en-US" dirty="0" err="1" smtClean="0"/>
              <a:t>OpenCV</a:t>
            </a:r>
            <a:r>
              <a:rPr lang="en-US" dirty="0" smtClean="0"/>
              <a:t> </a:t>
            </a:r>
            <a:r>
              <a:rPr lang="en-US" dirty="0"/>
              <a:t>- Open Source Computer Vision Library </a:t>
            </a:r>
            <a:r>
              <a:rPr lang="ru-RU" dirty="0"/>
              <a:t>для распознавания лиц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DeepFace</a:t>
            </a:r>
            <a:r>
              <a:rPr lang="ru-RU" dirty="0"/>
              <a:t> для распознавания </a:t>
            </a:r>
            <a:r>
              <a:rPr lang="ru-RU" dirty="0" smtClean="0"/>
              <a:t>эмоций. Все инструменты и методы заимствованы из библиотек и по сути своей помогают реализации задач 2-5.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5765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5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4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haarcascade_frontalface_default</a:t>
            </a:r>
            <a:r>
              <a:rPr lang="ru-RU" dirty="0" smtClean="0"/>
              <a:t>.</a:t>
            </a:r>
            <a:r>
              <a:rPr lang="en-US" dirty="0" smtClean="0"/>
              <a:t>xml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17359" y="2179062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предварительно обученный </a:t>
            </a:r>
            <a:r>
              <a:rPr lang="ru-RU" dirty="0" smtClean="0"/>
              <a:t>алгоритм для </a:t>
            </a:r>
            <a:r>
              <a:rPr lang="ru-RU" dirty="0"/>
              <a:t>обнаружения человеческих лиц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4639"/>
          <a:stretch/>
        </p:blipFill>
        <p:spPr>
          <a:xfrm>
            <a:off x="0" y="3105828"/>
            <a:ext cx="12145818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3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equirments.txt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226" y="1371372"/>
            <a:ext cx="8101138" cy="523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7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3516" y="849026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emotion_detector.py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0233"/>
            <a:ext cx="9897856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0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11288700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0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6436"/>
            <a:ext cx="6107459" cy="489212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662" y="1736436"/>
            <a:ext cx="6107981" cy="479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3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Примеры работы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5811"/>
            <a:ext cx="6022109" cy="479218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382" y="2065811"/>
            <a:ext cx="6130618" cy="479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4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Emotion detector project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Мухаметшин Дамир, БЦМТ242 </a:t>
            </a:r>
            <a:r>
              <a:rPr lang="ru-RU" dirty="0" err="1" smtClean="0"/>
              <a:t>Матфак</a:t>
            </a:r>
            <a:r>
              <a:rPr lang="ru-RU" dirty="0" smtClean="0"/>
              <a:t> ВШЭ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866963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187</Words>
  <Application>Microsoft Office PowerPoint</Application>
  <PresentationFormat>Широкоэкранный</PresentationFormat>
  <Paragraphs>22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Аспект</vt:lpstr>
      <vt:lpstr>Emotion detector project</vt:lpstr>
      <vt:lpstr>План продукта</vt:lpstr>
      <vt:lpstr>Цель, задачи, методы…</vt:lpstr>
      <vt:lpstr>Презентация PowerPoint</vt:lpstr>
      <vt:lpstr>haarcascade_frontalface_default.xml</vt:lpstr>
      <vt:lpstr>requirments.txt</vt:lpstr>
      <vt:lpstr>Презентация PowerPoint</vt:lpstr>
      <vt:lpstr>Презентация PowerPoint</vt:lpstr>
      <vt:lpstr>Примеры работы</vt:lpstr>
      <vt:lpstr>Примеры работы </vt:lpstr>
      <vt:lpstr>Emotion detector project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detector project</dc:title>
  <dc:creator>Дамир Мухаметшин</dc:creator>
  <cp:lastModifiedBy>Дамир Мухаметшин</cp:lastModifiedBy>
  <cp:revision>5</cp:revision>
  <dcterms:created xsi:type="dcterms:W3CDTF">2026-03-22T18:15:24Z</dcterms:created>
  <dcterms:modified xsi:type="dcterms:W3CDTF">2026-03-22T19:28:17Z</dcterms:modified>
</cp:coreProperties>
</file>