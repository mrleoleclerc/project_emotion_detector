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9" r:id="rId3"/>
    <p:sldId id="260" r:id="rId4"/>
    <p:sldId id="261" r:id="rId5"/>
    <p:sldId id="257" r:id="rId6"/>
    <p:sldId id="258" r:id="rId7"/>
    <p:sldId id="263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0635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0114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39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4802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410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2174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1861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8910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046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9751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82328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4692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82913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0082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23131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8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4426BA-7ABD-492A-AC5A-A19BE056EFB7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739CE0D8-B5E3-4980-A60F-CD5B23EF167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3347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Emotion detector project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Мухаметшин Дамир, БЦМТ242 </a:t>
            </a:r>
            <a:r>
              <a:rPr lang="ru-RU" dirty="0" err="1" smtClean="0"/>
              <a:t>Матфак</a:t>
            </a:r>
            <a:r>
              <a:rPr lang="ru-RU" dirty="0" smtClean="0"/>
              <a:t> ВШЭ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5729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56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741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haarcascade_frontalface_default</a:t>
            </a:r>
            <a:r>
              <a:rPr lang="ru-RU" dirty="0" smtClean="0"/>
              <a:t>.</a:t>
            </a:r>
            <a:r>
              <a:rPr lang="en-US" dirty="0" smtClean="0"/>
              <a:t>xml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для поиска лиц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4639"/>
          <a:stretch/>
        </p:blipFill>
        <p:spPr>
          <a:xfrm>
            <a:off x="0" y="2930337"/>
            <a:ext cx="12145818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534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US" dirty="0" smtClean="0"/>
              <a:t>equirments.txt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226" y="1371372"/>
            <a:ext cx="8101138" cy="523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674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23516" y="849026"/>
            <a:ext cx="8596668" cy="3880773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emotion_detector.py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0233"/>
            <a:ext cx="9897856" cy="437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209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600"/>
            <a:ext cx="11288700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101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 работы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6436"/>
            <a:ext cx="6107459" cy="489212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662" y="1736436"/>
            <a:ext cx="6107981" cy="479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730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 работы</a:t>
            </a:r>
            <a:br>
              <a:rPr lang="ru-RU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65811"/>
            <a:ext cx="6022109" cy="479218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1382" y="2065811"/>
            <a:ext cx="6130618" cy="479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546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Emotion detector project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Мухаметшин Дамир, БЦМТ242 </a:t>
            </a:r>
            <a:r>
              <a:rPr lang="ru-RU" dirty="0" err="1" smtClean="0"/>
              <a:t>Матфак</a:t>
            </a:r>
            <a:r>
              <a:rPr lang="ru-RU" dirty="0" smtClean="0"/>
              <a:t> ВШЭ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48669636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Аспект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18</TotalTime>
  <Words>31</Words>
  <Application>Microsoft Office PowerPoint</Application>
  <PresentationFormat>Широкоэкранный</PresentationFormat>
  <Paragraphs>10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Wingdings 3</vt:lpstr>
      <vt:lpstr>Аспект</vt:lpstr>
      <vt:lpstr>Emotion detector project</vt:lpstr>
      <vt:lpstr>Презентация PowerPoint</vt:lpstr>
      <vt:lpstr>haarcascade_frontalface_default.xml</vt:lpstr>
      <vt:lpstr>requirments.txt</vt:lpstr>
      <vt:lpstr>Презентация PowerPoint</vt:lpstr>
      <vt:lpstr>Презентация PowerPoint</vt:lpstr>
      <vt:lpstr>Примеры работы</vt:lpstr>
      <vt:lpstr>Примеры работы </vt:lpstr>
      <vt:lpstr>Emotion detector project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Emotion detector project</dc:title>
  <dc:creator>Дамир Мухаметшин</dc:creator>
  <cp:lastModifiedBy>Дамир Мухаметшин</cp:lastModifiedBy>
  <cp:revision>2</cp:revision>
  <dcterms:created xsi:type="dcterms:W3CDTF">2026-03-22T18:15:24Z</dcterms:created>
  <dcterms:modified xsi:type="dcterms:W3CDTF">2026-03-22T18:33:28Z</dcterms:modified>
</cp:coreProperties>
</file>